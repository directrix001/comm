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Engine — System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end-to-end flow with tech stack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1554480" cy="1463040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719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Frontend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2359152"/>
            <a:ext cx="137160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01752" y="2414016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Bootstrap 5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(ES6)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 Modules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VaMultiselect · core.js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167128" y="1645920"/>
            <a:ext cx="1554480" cy="1463040"/>
          </a:xfrm>
          <a:prstGeom prst="rect">
            <a:avLst/>
          </a:prstGeom>
          <a:solidFill>
            <a:srgbClr val="F0FDF4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67128" y="1719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67128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58568" y="2359152"/>
            <a:ext cx="1371600" cy="0"/>
          </a:xfrm>
          <a:prstGeom prst="line">
            <a:avLst/>
          </a:prstGeom>
          <a:noFill/>
          <a:ln w="6350">
            <a:solidFill>
              <a:srgbClr val="0891B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240280" y="2414016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REST Routers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487168" y="3200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4105656" y="1645920"/>
            <a:ext cx="1554480" cy="146304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05656" y="1719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05656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97096" y="2359152"/>
            <a:ext cx="1371600" cy="0"/>
          </a:xfrm>
          <a:prstGeom prst="line">
            <a:avLst/>
          </a:prstGeom>
          <a:noFill/>
          <a:ln w="6350">
            <a:solidFill>
              <a:srgbClr val="05966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178808" y="2414016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data_helpers.py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excel_export.py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4425696" y="3200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Pandas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044184" y="1645920"/>
            <a:ext cx="1554480" cy="146304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44184" y="1719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44184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5624" y="2359152"/>
            <a:ext cx="137160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117336" y="2414016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(GPT-4)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System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python-pptx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64224" y="3200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LangGraph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7982712" y="1645920"/>
            <a:ext cx="1554480" cy="146304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982712" y="1719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982712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74152" y="2359152"/>
            <a:ext cx="1371600" cy="0"/>
          </a:xfrm>
          <a:prstGeom prst="line">
            <a:avLst/>
          </a:prstGeom>
          <a:noFill/>
          <a:ln w="6350">
            <a:solidFill>
              <a:srgbClr val="D97706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8055864" y="2414016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session_store.py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dict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va_sid cookie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(prod)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8302752" y="3200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Cache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9921240" y="1645920"/>
            <a:ext cx="1554480" cy="1463040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AAAAAA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921240" y="17190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21240" y="20299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Storage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012680" y="2359152"/>
            <a:ext cx="1371600" cy="0"/>
          </a:xfrm>
          <a:prstGeom prst="line">
            <a:avLst/>
          </a:prstGeom>
          <a:noFill/>
          <a:ln w="6350">
            <a:solidFill>
              <a:srgbClr val="EA580C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9994392" y="2414016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(runs + chat_logs)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Segregateddata.xlsx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backend/mapping.xlsx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(prod)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10241280" y="3200400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XLSX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783080" y="2377440"/>
            <a:ext cx="38404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721608" y="2377440"/>
            <a:ext cx="384048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660136" y="2377440"/>
            <a:ext cx="384048" cy="0"/>
          </a:xfrm>
          <a:prstGeom prst="line">
            <a:avLst/>
          </a:prstGeom>
          <a:noFill/>
          <a:ln w="2286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598664" y="2377440"/>
            <a:ext cx="38404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537192" y="2377440"/>
            <a:ext cx="384048" cy="0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28600" y="3493008"/>
            <a:ext cx="11247120" cy="749808"/>
          </a:xfrm>
          <a:prstGeom prst="rect">
            <a:avLst/>
          </a:prstGeom>
          <a:solidFill>
            <a:srgbClr val="F1F5FB"/>
          </a:solidFill>
          <a:ln w="10160">
            <a:solidFill>
              <a:srgbClr val="DCE6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" y="3511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 →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77824" y="3538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3464" y="38221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.xlsx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.pptx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143000" y="3666744"/>
            <a:ext cx="102412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816352" y="3538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16352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221992" y="38221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Select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081528" y="3666744"/>
            <a:ext cx="102412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754880" y="3538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160520" y="38221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Variance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Pivot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020056" y="3666744"/>
            <a:ext cx="102412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693408" y="3538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93408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099048" y="38221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(AI)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958584" y="3666744"/>
            <a:ext cx="102412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631936" y="3538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31936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037576" y="38221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897112" y="3666744"/>
            <a:ext cx="102412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0570464" y="35387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70464" y="3538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976104" y="382219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History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PPT Upload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28600" y="6601968"/>
            <a:ext cx="11640312" cy="0"/>
          </a:xfrm>
          <a:prstGeom prst="line">
            <a:avLst/>
          </a:prstGeom>
          <a:noFill/>
          <a:ln w="6350">
            <a:solidFill>
              <a:srgbClr val="DCE6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8600" y="6620256"/>
            <a:ext cx="1164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Genpact · Nissan  |  Commentary Engine  |  Python · FastAPI · Azure OpenAI · LangGraph · SQLite · Bootstrap 5  |  Confidential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2026-05-12T08:41:59Z</dcterms:created>
  <dcterms:modified xsi:type="dcterms:W3CDTF">2026-05-12T08:41:59Z</dcterms:modified>
</cp:coreProperties>
</file>