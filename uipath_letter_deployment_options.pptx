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the Letter Generator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UiPath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architecture options for taking the Tkinter letter-generation tool to production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480560"/>
            <a:ext cx="457200" cy="54864"/>
          </a:xfrm>
          <a:prstGeom prst="rect">
            <a:avLst/>
          </a:prstGeom>
          <a:solidFill>
            <a:srgbClr val="17A39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get there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from most to least recommended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2E9E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Native UiPath rebuild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the letter logic directly in UiPath activities. No Python on the robot at 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5212080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349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when: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logic is essentially templating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82880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7A398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8288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7720" y="23317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Python logic + UiPath Python Scope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17720" y="31546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GUI, keep the Python function, invoke it from a workflow via the Python activities package.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5212080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5349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when: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the logic is genuinely complex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58200" y="182880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C0433A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18288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58200" y="23317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UI-automate the Tkinter app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58200" y="315468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existing GUI as-is with selectors or Computer Vision.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58200" y="5212080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5349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when: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logic can't be separated from the GUI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Generator — UiPath Deployment Options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2E9E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— Native UiPath rebuild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the letter-generation logic directly in UiPath activities. No Python runtime on the robot.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6309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.docx template with placeholder tags (&lt;&lt;Name&gt;&gt;, &lt;&lt;Date&gt;&gt;, &lt;&lt;Amount&gt;&gt;, etc.)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Application Scope + Replace Text (or String.Format) activities fill the placeholders from workflow inputs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to PDF activity converts the filled template if a PDF output is required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triggers the job — one queue item per letter, or a scheduled trigger for batch runs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saved to a shared drive / S3, and the queue item or job status is updated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78040" y="17830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78040" y="210312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extra to install or maintain on the robot VM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 version drift to manage over time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supported, standard UiPath activities — easiest to hand off to another RPA developer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build if the logic is mostly templating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78040" y="37033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78040" y="402336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reuse the existing Python code at all — a rebuild, not a port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non-trivial logic (custom formatting, conditional paragraphs) has to be reimplemented in Studio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989320"/>
            <a:ext cx="12188952" cy="594360"/>
          </a:xfrm>
          <a:prstGeom prst="rect">
            <a:avLst/>
          </a:prstGeom>
          <a:solidFill>
            <a:srgbClr val="0B152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 day to ~2 days, depending on template complexity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Generator — UiPath Deployment Options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17A39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— Python logic + UiPath Python Scope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Python letter-generation logic, drop the Tkinter GUI, call it as a function from a workflow.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6309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the script: pull the letter logic into a plain function, e.g. generate_letter(data: dict) -&gt; output_path — fully decoupled from Tk() / mainloop()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+ a fixed dependency set (a dedicated venv) on the robot VM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Studio: Python Scope → Load Script → Invoke Method, passing workflow inputs in and getting the output path back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triggers the same way as Option 1 — queue item or schedule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78040" y="17830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78040" y="210312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the existing, already-working Python logic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choice if the generation logic is genuinely complex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78040" y="37033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78040" y="402336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VM now has a permanent Python dependency to keep in sync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refactoring the script before this will work at all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moving part for another developer to troubleshoot later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989320"/>
            <a:ext cx="12188952" cy="594360"/>
          </a:xfrm>
          <a:prstGeom prst="rect">
            <a:avLst/>
          </a:prstGeom>
          <a:solidFill>
            <a:srgbClr val="0B152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days: refactor + venv setup + workflow wiring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Generator — UiPath Deployment Options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006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(queue / schedule)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80360" y="480060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83280" y="48006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48006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Robot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(EC2 / VM)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15000" y="480060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48006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DFF5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48006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Scope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generate_letter()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480060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52560" y="48006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48006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+ status reported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C043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ONLY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— UI-automate the existing Tkinter app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current GUI as-is. Only worth considering if the logic truly can't be separated from the interface.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63093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opens the Tkinter app and drives it via selectors, or Computer Vision if selectors don't resolve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has thin OS-level accessibility support, so selector-based automation is frequently unreliable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back to Computer Vision means coordinate/image matching — fragile against resolution, theme, or window-position changes</a:t>
            </a:r>
            <a:endParaRPr lang="en-US" sz="1250" dirty="0"/>
          </a:p>
          <a:p>
            <a:pPr marL="177800" indent="-1778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used at all, run this as an attended robot (triggered from the Robot tray) so a person is present to catch failures — not unattended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78040" y="17830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78040" y="210312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refactoring of the existing 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78040" y="37033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78040" y="402336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in production — breaks on any UI change, resolution shift, or theme change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 for unattended/EC2-hosted deployment — no one is present to notice a misfired click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of the three to debug when it silently fails</a:t>
            </a:r>
            <a:endParaRPr lang="en-US" sz="11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to run — driving a GUI is slower than calling logic directly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5989320"/>
            <a:ext cx="12188952" cy="594360"/>
          </a:xfrm>
          <a:prstGeom prst="rect">
            <a:avLst/>
          </a:prstGeom>
          <a:solidFill>
            <a:srgbClr val="0B152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— initial build is quick, but stabilizing CV selectors is open-ended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Generator — UiPath Deployment Options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5120640"/>
        </p:xfrm>
        <a:graphic>
          <a:graphicData uri="http://schemas.openxmlformats.org/drawingml/2006/table">
            <a:tbl>
              <a:tblPr/>
              <a:tblGrid>
                <a:gridCol w="2468880"/>
                <a:gridCol w="2862072"/>
                <a:gridCol w="2862072"/>
                <a:gridCol w="28620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Native rebuild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Python + 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UI automation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unattended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4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footprint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(UiPath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venv on robot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None, but fragile selectors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Reuses existing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rebuild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logic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as-is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 day – 2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3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4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Unpredictable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4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when…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is templating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is complex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 can't be separated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Generator — UiPath Deployment Options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16233D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417320"/>
            <a:ext cx="9784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Option 1.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letter logic turns out to be genuinely more than templating once you look closely, fall back to Option 2. Option 3 is a last resort — and shouldn't run unattended on EC2 at all.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the client whether the logic is templating-only or has real computation</a:t>
            </a:r>
            <a:endParaRPr lang="en-US" sz="1300" dirty="0"/>
          </a:p>
          <a:p>
            <a:pPr marL="177800" indent="-1778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Option 1: build the .docx template and map placeholders to workflow inputs</a:t>
            </a:r>
            <a:endParaRPr lang="en-US" sz="1300" dirty="0"/>
          </a:p>
          <a:p>
            <a:pPr marL="177800" indent="-1778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Option 2: refactor the script into a decoupled generate_letter() function first</a:t>
            </a:r>
            <a:endParaRPr lang="en-US" sz="1300" dirty="0"/>
          </a:p>
          <a:p>
            <a:pPr marL="177800" indent="-1778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8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way: set up the robot on EC2, connect it to Orchestrator, and wire the trigger (queue item or schedule)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Generator — UiPath Deployment Options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2026-07-31T08:42:36Z</dcterms:created>
  <dcterms:modified xsi:type="dcterms:W3CDTF">2026-07-31T08:42:36Z</dcterms:modified>
</cp:coreProperties>
</file>